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/>
            </a:pPr>
            <a:r>
              <a:t>AahaarTwin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 Personalized Meal-Response Digital Twin</a:t>
            </a:r>
            <a:br/>
            <a:r>
              <a:t>Happiest Health Digital Twin Challenge 2026</a:t>
            </a:r>
            <a:br/>
            <a:br/>
            <a:r>
              <a:t>Static + dynamic fusion → adverse-event prediction → doctor dashboard</a:t>
            </a:r>
            <a:br/>
            <a:r>
              <a:t>5 LightGBM boosters · conformalized intervals · per-patient twin state · meal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AahaarTwin architecture — data sources → preprocessing → features → evaluation harness → models → uncertainty → twin state → ranking → dashboard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106424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Solid arrows: pipeline flow. Dashed red arrows: evaluation feedback loops (OOF evaluation, predicted-vs-observed profile updates, drift warnings → Safety page).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